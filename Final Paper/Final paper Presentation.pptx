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71" r:id="rId9"/>
    <p:sldId id="270" r:id="rId10"/>
    <p:sldId id="262" r:id="rId11"/>
    <p:sldId id="263" r:id="rId12"/>
    <p:sldId id="267" r:id="rId13"/>
    <p:sldId id="264" r:id="rId14"/>
    <p:sldId id="265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6449" autoAdjust="0"/>
  </p:normalViewPr>
  <p:slideViewPr>
    <p:cSldViewPr snapToGrid="0">
      <p:cViewPr varScale="1">
        <p:scale>
          <a:sx n="70" d="100"/>
          <a:sy n="70" d="100"/>
        </p:scale>
        <p:origin x="4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D19E2-F2AD-4E77-B75E-E1C2B524857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D2F26-011B-4E66-AB8A-1A07D38E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2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287BC-2F05-516E-3788-98CAE5A8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BAE9B-F2B1-A111-34C0-9ACBE9CB1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D8C23-6120-AD2F-359B-CE6F98113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35461-AF78-E579-9BE8-BC5A3AC50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8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C054-58EF-FE58-CE63-66D5ED32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AA434-BDFA-BD83-E579-38A8CC2A3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90FBB-7764-D890-5C73-77B067A60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61CF4-931B-15F2-00F5-5983328A5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7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AA68-A4A5-CFE7-8A26-6164BDAF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E4B9F-93DE-D179-B9A8-40E021B8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8D1D1-E3DE-C459-4FC8-10D09D8FD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1FEA1-36C3-892D-1003-A5CE4EE88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84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F3F6-41C0-5B2C-E624-52F5FE4D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34E48-2471-CEFF-861B-26A3A2561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8321F-A46C-C515-7FAC-880495F58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91CCE-0A66-1989-FE44-D2F846273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60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28BF-1A1D-87C4-D118-80F97DAA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913B3-328E-B014-27A7-733B0497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DCD96-04F0-0D67-0565-9F14CBE92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8687D-1785-042D-D810-665350F8E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8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A41B-4DED-146C-589E-B6DE80C5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328D7-F9AC-7576-FD53-2A05BC6F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2318F-CA5D-1693-A38F-FF5D04D43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4C87E-016B-26BD-E282-49F0EF4B6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34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8BC88-7ED2-487D-B299-D089B210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712CB-2B14-F160-B265-AAF8D16CC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8C556-051B-8ED1-54A1-FBB135C95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7A43E-F3D5-844B-7FA7-ED7682365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70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4FA-BA94-A5FB-0923-E0878814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ABB3A-4F81-B566-D927-A11608A0C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11FA5-BBF6-4863-B554-042E6D402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91CA4-4F39-3268-52BD-BFB2C20C4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18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740F-F3B1-818B-8CBF-F026361D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AB0EC-0FB4-855E-8732-0A3B52FD7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0FF8D-22EA-6C0B-D8CC-36121716F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5B82D-71ED-9CA2-6D1C-703858550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9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B94F-14DE-5A7E-80D8-DC781DA9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2C0D6-EA1A-C219-68E7-B58DA2203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56193-0F80-1A38-2EAF-7C29EBF02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8B1D4-266B-79FA-683B-FEB9BE80F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68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7498-80D3-3A5D-3CBF-E023D44C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344D8-C7BC-AD42-BDEE-EAC418294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3B0B2-BF2B-B592-85FC-420E0DBD8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90A8A-8F18-C3BA-07EA-2F9A562AC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3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E4CF-29B2-6C4D-8168-4DB6D6A9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E1FDC-D004-2C5F-7B18-84750ABAB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D84D2-9031-037E-6F9B-7B4B3B424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551C5-E39B-8C73-E911-DAD13E485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7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7D1B-6490-5C49-3D7A-25B44F8F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70F85-219A-2264-F66D-611D2B416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D0CF-F40C-AC94-9E39-CE1525809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95E9-3C48-F852-BE19-ED2C7EB69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10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70F4-A56E-B95D-818C-1962FE85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C4E5B-472C-0A03-ED95-4872D4771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9C8B2-513D-B6D6-F013-802F87ED3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896F0-D121-9949-2DE0-D2BE33BF5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2F26-011B-4E66-AB8A-1A07D38E47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98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EAA5-D177-1827-DC2F-D357ECAEA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348B8-70B5-9BC0-6BA6-9E7B5B92E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CD1D9-DAA2-D058-83C1-BECFAF38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FFA25-27FF-6B10-1A22-365AE35B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B4395-2BB1-F438-EA71-B210A0DF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5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3021-F4E8-35F0-41EA-897FC808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5C9D4-7458-AC0A-08D2-B917BA9A7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EA604-1AE9-845E-2F3B-FF2F2D5F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37AA1-8BB6-0A30-F89E-F9DBD476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16A49-2679-1CB0-1ED6-FAA6ECBB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9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1C7D-8357-9D65-0098-ECE11E05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3099B-08C9-0C3C-CBAC-68AF2231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1CBED-D7C5-BD55-4CBB-228CA521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CBD3-158A-4BE7-38C1-DACEC8AD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DCF5C-CA5E-D0E4-C627-4D8D0446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9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5696-F350-108A-6B98-8C67B172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5F46-6034-8D69-7B66-685EBD27E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5F807-E09C-18D7-592E-7953C9769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3E5FC-1BA4-E2D1-AC1B-582D005C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E0395-FD3F-FFBC-8635-1CD9DCE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470F2-7348-640D-FB8D-D01BB471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94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7799-9094-A035-E405-A999AD92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66E60-5284-A663-F7C0-7DC351971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D8C28-24C9-7DA0-90DC-77564EBE2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82DD0-B9CF-A085-D674-A9AEB302A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C8150-7E8C-4EE5-567D-BE4C1ADD1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3A217-1349-6162-071F-B9E2684C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7BEC83-7B08-27D6-714C-DEA664CF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D28BB-AF59-99E2-52C8-8674314B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6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A59A-583E-A7BD-5E0B-EFF2A3EC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6682C-9E18-C527-8DD0-A9DB4F44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4D1D5-CC0B-5E32-9FEA-28E62A1F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6B6B3-FA84-9958-2B8D-04237FBE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5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36FC4-2558-A8D8-E9E6-A6ED5BAD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205DE-2896-00B9-0D2C-BA7AEEAE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7F399-BCB9-09D2-9031-EDF7EC18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7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A462-DD61-BF56-4D63-D083E255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9D196-D9FE-17D6-69FE-3B94F81CA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58BB-9791-E2A7-9A3B-4CDBE858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047CC-F07B-5130-5EDA-4A4C9A1A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5C2AD-41FF-6BCB-3F74-0619D7D1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56C00-44D3-C7CB-47A0-D231A54A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5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1A98-5CB8-92AD-433E-5A511C3C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F885C-04F7-3562-6445-98945CA2A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4581-3CF9-BFB0-AB8A-DD126E887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FB5E6-80F2-D45C-7DDE-F6FB93BD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4E229-5580-7D60-660D-41634459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134CB-859B-0C8A-8224-038413DF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6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8011-6768-1A86-5048-25595BA4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FF1E4-1A85-9C6D-FCD5-5FE0BEE6B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101AF-51C9-1D3E-008A-8720CE04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D2571-AE62-6E30-C551-B480A4B1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B21A8-6BC8-E9C2-25BC-EE598EE1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6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967A1-E44A-327B-6244-D38BC31F7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1DA07-30B8-1A6F-60DE-8287C8745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55661-BDC6-2ECE-2F1F-9AB82E38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A00C6-DD97-3E21-F7EB-622A1843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1DA65-59C8-D505-DA2A-8D6A1C18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1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38548-C804-3CA5-A00A-EC19E7B8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EDB36-4A91-8FFB-8FC1-E7C3C550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27B63-2A5C-57D3-F82F-142404E16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037F7-1479-44C6-A972-851518F665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2C5F7-2BB5-494D-B79C-41A1C6A19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A782A-B137-430D-F6AC-3B8F4AD3F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D21CC-594F-4578-87A0-220F2614F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7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96B99-A743-1699-F859-8774919A9F11}"/>
              </a:ext>
            </a:extLst>
          </p:cNvPr>
          <p:cNvSpPr txBox="1"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Medicare Claims Fraud Detection Using SQL-Based Feature Engineering and Machine Learning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E2D8D-625E-6179-070F-5C56670D8677}"/>
              </a:ext>
            </a:extLst>
          </p:cNvPr>
          <p:cNvSpPr txBox="1"/>
          <p:nvPr/>
        </p:nvSpPr>
        <p:spPr>
          <a:xfrm>
            <a:off x="1931874" y="4797188"/>
            <a:ext cx="6051236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Presented by Zayed Uddin, Md. Mishkat, Ulugbek Abdurakhmonov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4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B88F-F8FA-4767-48C5-57DFADC3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EAB684-269B-FF5A-E5D9-59A176091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6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0A32-F7CC-3182-DF5C-B4CDD74D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 of a health care problem&#10;&#10;AI-generated content may be incorrect.">
            <a:extLst>
              <a:ext uri="{FF2B5EF4-FFF2-40B4-BE49-F238E27FC236}">
                <a16:creationId xmlns:a16="http://schemas.microsoft.com/office/drawing/2014/main" id="{C977E1CA-0374-8D91-4E52-867695E99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729"/>
            <a:ext cx="12191999" cy="72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1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94AE3-9B10-1FBC-DDAF-6B88887B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75E278-D1E6-C488-A55B-47E052DBD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1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13A2-F6F5-B715-EE8F-4E0382E8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F6015902-51DB-28B4-2F44-FAF362D4A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7200"/>
            <a:ext cx="12191999" cy="74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2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09A87-DDA9-52EB-B743-F4FAC7F5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">
            <a:extLst>
              <a:ext uri="{FF2B5EF4-FFF2-40B4-BE49-F238E27FC236}">
                <a16:creationId xmlns:a16="http://schemas.microsoft.com/office/drawing/2014/main" id="{2B16283B-56D3-95EB-655A-7D51E27CA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884"/>
            <a:ext cx="6162675" cy="6871884"/>
          </a:xfrm>
          <a:prstGeom prst="rect">
            <a:avLst/>
          </a:prstGeom>
        </p:spPr>
      </p:pic>
      <p:pic>
        <p:nvPicPr>
          <p:cNvPr id="11" name="Picture 10" descr="A diagram of a health care system&#10;&#10;AI-generated content may be incorrect.">
            <a:extLst>
              <a:ext uri="{FF2B5EF4-FFF2-40B4-BE49-F238E27FC236}">
                <a16:creationId xmlns:a16="http://schemas.microsoft.com/office/drawing/2014/main" id="{7F939043-0A1D-1806-0ED7-B13C0C5FB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5" y="1594711"/>
            <a:ext cx="5544692" cy="366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6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8DF0-01A1-1198-AA7D-0730F9BC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umber of trophies&#10;&#10;AI-generated content may be incorrect.">
            <a:extLst>
              <a:ext uri="{FF2B5EF4-FFF2-40B4-BE49-F238E27FC236}">
                <a16:creationId xmlns:a16="http://schemas.microsoft.com/office/drawing/2014/main" id="{D6AC46BB-0F59-1408-931D-F5246BC7E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2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34F224-5F3F-581C-87DC-BCA620D6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F2100-B2E6-C3A5-97E0-22B933ED020D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Claim Reimbursement Analysis by 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collage of graphs">
            <a:extLst>
              <a:ext uri="{FF2B5EF4-FFF2-40B4-BE49-F238E27FC236}">
                <a16:creationId xmlns:a16="http://schemas.microsoft.com/office/drawing/2014/main" id="{DE2FAF8A-EE35-4E9C-6141-DA5BDAF0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58" y="2164177"/>
            <a:ext cx="5431536" cy="4060075"/>
          </a:xfrm>
          <a:prstGeom prst="rect">
            <a:avLst/>
          </a:prstGeom>
        </p:spPr>
      </p:pic>
      <p:pic>
        <p:nvPicPr>
          <p:cNvPr id="3" name="Picture 2" descr="A collage of graphs and diagrams">
            <a:extLst>
              <a:ext uri="{FF2B5EF4-FFF2-40B4-BE49-F238E27FC236}">
                <a16:creationId xmlns:a16="http://schemas.microsoft.com/office/drawing/2014/main" id="{015CA2C1-3CFB-5770-8620-9ED8E6CB0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408" y="2505423"/>
            <a:ext cx="5431536" cy="336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0FC3-CF46-AD92-509C-C61481AE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 of modeling&#10;&#10;AI-generated content may be incorrect.">
            <a:extLst>
              <a:ext uri="{FF2B5EF4-FFF2-40B4-BE49-F238E27FC236}">
                <a16:creationId xmlns:a16="http://schemas.microsoft.com/office/drawing/2014/main" id="{17008FB4-BF11-6A61-ED97-522466923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8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EEDC4-42CD-0E17-74E2-E34698EF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6483B-DDAC-A15F-7BDB-C6FBFD2459AA}"/>
              </a:ext>
            </a:extLst>
          </p:cNvPr>
          <p:cNvSpPr txBox="1"/>
          <p:nvPr/>
        </p:nvSpPr>
        <p:spPr>
          <a:xfrm>
            <a:off x="715748" y="338932"/>
            <a:ext cx="9706704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FFFFFF"/>
                </a:solidFill>
                <a:latin typeface="Sigue UI Black"/>
                <a:ea typeface="+mj-ea"/>
                <a:cs typeface="Times New Roman" panose="02020603050405020304" pitchFamily="18" charset="0"/>
              </a:rPr>
              <a:t>Unsupervised Anomaly Detection at Claim level</a:t>
            </a:r>
          </a:p>
        </p:txBody>
      </p:sp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BB812109-F535-C487-2DB7-23F597241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544709"/>
            <a:ext cx="5131088" cy="3271071"/>
          </a:xfrm>
          <a:prstGeom prst="rect">
            <a:avLst/>
          </a:prstGeom>
        </p:spPr>
      </p:pic>
      <p:pic>
        <p:nvPicPr>
          <p:cNvPr id="8" name="Picture 7" descr="A graph showing a graph showing a number of points&#10;&#10;AI-generated content may be incorrect.">
            <a:extLst>
              <a:ext uri="{FF2B5EF4-FFF2-40B4-BE49-F238E27FC236}">
                <a16:creationId xmlns:a16="http://schemas.microsoft.com/office/drawing/2014/main" id="{2BEC796D-A648-C664-72B6-FDB88AF6C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581195"/>
            <a:ext cx="5131087" cy="327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29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0C5A-36B2-8586-6F06-B825FDD3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different types of hot air balloons&#10;&#10;AI-generated content may be incorrect.">
            <a:extLst>
              <a:ext uri="{FF2B5EF4-FFF2-40B4-BE49-F238E27FC236}">
                <a16:creationId xmlns:a16="http://schemas.microsoft.com/office/drawing/2014/main" id="{4B490008-CA40-8056-468E-F3EF19299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0025"/>
            <a:ext cx="12192000" cy="705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5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621E-5F31-3391-5D2E-F3EE75D7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performance evaluation">
            <a:extLst>
              <a:ext uri="{FF2B5EF4-FFF2-40B4-BE49-F238E27FC236}">
                <a16:creationId xmlns:a16="http://schemas.microsoft.com/office/drawing/2014/main" id="{C7C1D4CE-7379-E511-576E-E66E3E5A6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06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6FA8F-BD52-3B23-36E9-B8EF16BE3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A907CB-D6FE-5D3E-C9F1-797684A31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11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29BC7-F4E1-2DE6-4F6B-5B464537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steps and steps&#10;&#10;AI-generated content may be incorrect.">
            <a:extLst>
              <a:ext uri="{FF2B5EF4-FFF2-40B4-BE49-F238E27FC236}">
                <a16:creationId xmlns:a16="http://schemas.microsoft.com/office/drawing/2014/main" id="{06D7C812-451E-6537-E459-EC94F95A3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29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17FD1-095E-F6EB-8A2C-6F8A6062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B65EE1-03FB-6EDB-E6CD-F8A26AA23076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4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50</Words>
  <Application>Microsoft Office PowerPoint</Application>
  <PresentationFormat>Widescreen</PresentationFormat>
  <Paragraphs>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Sigue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Mishkat, Md. Abu Bakar Siddik</dc:creator>
  <cp:lastModifiedBy>Uddin, Zayed Mohammed - (STUDENT)</cp:lastModifiedBy>
  <cp:revision>23</cp:revision>
  <dcterms:created xsi:type="dcterms:W3CDTF">2025-12-08T12:00:07Z</dcterms:created>
  <dcterms:modified xsi:type="dcterms:W3CDTF">2025-12-09T15:19:30Z</dcterms:modified>
</cp:coreProperties>
</file>